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9" r:id="rId3"/>
    <p:sldId id="257" r:id="rId4"/>
    <p:sldId id="264" r:id="rId5"/>
    <p:sldId id="258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 autoAdjust="0"/>
    <p:restoredTop sz="94647"/>
  </p:normalViewPr>
  <p:slideViewPr>
    <p:cSldViewPr snapToGrid="0">
      <p:cViewPr>
        <p:scale>
          <a:sx n="119" d="100"/>
          <a:sy n="119" d="100"/>
        </p:scale>
        <p:origin x="2728" y="13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3509ee7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d3509ee7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3509ee7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3509ee7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3509ee7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3509ee7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3509ee7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d3509ee7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3509ee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d3509ee7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d3509ee7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d3509ee7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3509ee7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d3509ee7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8959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6065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1538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7893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1365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8623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48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0750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7879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4879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4518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8903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98147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7251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3444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96288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44218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080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42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Augmenting Movie Test Screenings: A Physiological Data Processing Pipeline for Predicting Film Perception and Profitability 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Thesis Presentation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Dávid Toma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02;p15" title="Aarhus BSS pos UK.png">
            <a:extLst>
              <a:ext uri="{FF2B5EF4-FFF2-40B4-BE49-F238E27FC236}">
                <a16:creationId xmlns:a16="http://schemas.microsoft.com/office/drawing/2014/main" id="{617E0AE0-739E-47AA-B4D8-F40195F7FD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1313411" y="279711"/>
            <a:ext cx="7104739" cy="523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l"/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Cinema as the </a:t>
            </a:r>
            <a:r>
              <a:rPr lang="da-DK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art and business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729450" y="803525"/>
            <a:ext cx="7688700" cy="3536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just"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lv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Films may be both audiovisual art pieces and high-stake commercial projects</a:t>
            </a:r>
          </a:p>
          <a:p>
            <a:pPr marL="146050" lv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lv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The movie industry is a fascinating combination of art and business; arguably the most “accessible” art form</a:t>
            </a:r>
          </a:p>
          <a:p>
            <a:pPr marL="146050" lv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lv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Importance and stakes are increasing with internet, streaming services</a:t>
            </a:r>
          </a:p>
          <a:p>
            <a:pPr marL="146050" lv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lv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Understanding patterns and dynamics contributes to many areas (business, art, psychology, marketing)</a:t>
            </a:r>
          </a:p>
          <a:p>
            <a:pPr marL="146050" lv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109" name="Google Shape;109;p16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213658" y="535925"/>
            <a:ext cx="7204492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business decision-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1085850" y="942975"/>
            <a:ext cx="7332300" cy="33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Test screenings are crucial for creative decisions in post-production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Current practices rely heavily on self-reports which can be critiqued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Even if qualitative methods are useful, augmenting them with modern data science may capture and measure signals that are left out otherwise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thesis fills the gap and provides a framework for practical implementation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 addition, the thesis may touch upon other areas of research such as consumer behavior, neuroscience, audience psychology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Google Shape;95;p14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39DE-6226-FCDF-95B9-2B341A25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EFAEE-899E-42FE-E8A1-7E8DC9B7A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2B304-0A11-963F-D8F0-4BE861B9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4520"/>
            <a:ext cx="5135727" cy="503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4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214438" y="156276"/>
            <a:ext cx="7203712" cy="647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r>
              <a:rPr lang="da-DK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da-DK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1214438" y="803526"/>
            <a:ext cx="7203712" cy="3536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mind: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parametric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parametric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ML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DL</a:t>
            </a:r>
          </a:p>
          <a:p>
            <a:pPr>
              <a:buFontTx/>
              <a:buChar char="-"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cross-method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Standard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is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</a:p>
          <a:p>
            <a:pPr marL="14605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reproduce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605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mind: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wearable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stimuli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Google Shape;102;p15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1233054" y="214746"/>
            <a:ext cx="7226659" cy="803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1191490" y="1073727"/>
            <a:ext cx="7226660" cy="3266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IMDb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= 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Flop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Physiology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self-reports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ceiling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bottleneck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necessarily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estimates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 = 10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reasonably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defensible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6" name="Google Shape;116;p17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1157288" y="268325"/>
            <a:ext cx="7260862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l"/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lang="da-DK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research and </a:t>
            </a:r>
            <a:r>
              <a:rPr lang="da-DK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1157286" y="803525"/>
            <a:ext cx="7260863" cy="3536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Single biggest challenge is data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Emognition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limits the thesis but has advantages in practicality ,scalability, variety of data)</a:t>
            </a:r>
          </a:p>
          <a:p>
            <a:pPr marL="285750" lvl="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Constructing the outcome variables (data availability issues, biases, quantifying profitability and perception has to be a complicated formula but that would not work on n=10)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Setting the scope of research (could have focused on optimizing a DL model or taking the issue as a computer vision problem)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Lots of method decisions had to be made: London 2012 outlier, inflation adjustment, clip vs full film generalization, lab vs theatre environment difference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contains no genuine commercial failures: clear limitation since what we observe are mediocre and high-performing projects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" name="Google Shape;123;p18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1200150" y="268325"/>
            <a:ext cx="72180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extension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possibilities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1200150" y="1085850"/>
            <a:ext cx="7218000" cy="3254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(DL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Joint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recordings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vague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9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1171574" y="156276"/>
            <a:ext cx="7246575" cy="647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/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1171574" y="803526"/>
            <a:ext cx="7246576" cy="3536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importantly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involve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ceiling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variety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focused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Test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-life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theatre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Extensive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partially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focusing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7" name="Google Shape;137;p20" title="Aarhus BSS pos 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796" y="4565000"/>
            <a:ext cx="2128354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4019</TotalTime>
  <Words>676</Words>
  <Application>Microsoft Macintosh PowerPoint</Application>
  <PresentationFormat>On-screen Show (16:9)</PresentationFormat>
  <Paragraphs>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Corbel</vt:lpstr>
      <vt:lpstr>Arial</vt:lpstr>
      <vt:lpstr>Times New Roman</vt:lpstr>
      <vt:lpstr>Parallax</vt:lpstr>
      <vt:lpstr>Augmenting Movie Test Screenings: A Physiological Data Processing Pipeline for Predicting Film Perception and Profitability </vt:lpstr>
      <vt:lpstr>Cinema as the industry of art and business</vt:lpstr>
      <vt:lpstr>Test screening practices, business decision-making</vt:lpstr>
      <vt:lpstr>PowerPoint Presentation</vt:lpstr>
      <vt:lpstr>Discussion on methodology</vt:lpstr>
      <vt:lpstr>Crucial empirical findings</vt:lpstr>
      <vt:lpstr>Challenges during the research and writing process</vt:lpstr>
      <vt:lpstr>Pipeline extension, improvement possibilities</vt:lpstr>
      <vt:lpstr>Further research ideas and result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Dávid Toma</cp:lastModifiedBy>
  <cp:revision>101</cp:revision>
  <dcterms:modified xsi:type="dcterms:W3CDTF">2026-06-14T21:15:34Z</dcterms:modified>
</cp:coreProperties>
</file>